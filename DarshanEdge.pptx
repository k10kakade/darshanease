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926080" cy="2926080"/>
          </a:xfrm>
          <a:prstGeom prst="ellipse">
            <a:avLst/>
          </a:prstGeom>
          <a:solidFill>
            <a:srgbClr val="00C2E0">
              <a:alpha val="8000"/>
            </a:srgbClr>
          </a:solidFill>
          <a:ln w="12700">
            <a:solidFill>
              <a:srgbClr val="00C2E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777240"/>
            <a:ext cx="2103120" cy="347472"/>
          </a:xfrm>
          <a:prstGeom prst="roundRect">
            <a:avLst>
              <a:gd name="adj" fmla="val 26316"/>
            </a:avLst>
          </a:prstGeom>
          <a:solidFill>
            <a:srgbClr val="00C2E0">
              <a:alpha val="15000"/>
            </a:srgbClr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772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spc="8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Full-Stack Web Application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21408" y="37947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85616" y="37947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9824" y="379476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37947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Darshan Edge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201168" cy="201168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2070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Edge is a modern web application designed to simplify online services.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103120"/>
            <a:ext cx="201168" cy="201168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482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access services quickly and efficiently from a single platform.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944368"/>
            <a:ext cx="201168" cy="201168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8950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cutting-edge frontend, backend, and database technologies.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785616"/>
            <a:ext cx="201168" cy="201168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73075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Deliver a user-friendly, responsive interface for all users.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1143000"/>
            <a:ext cx="3108960" cy="3657600"/>
          </a:xfrm>
          <a:prstGeom prst="rect">
            <a:avLst/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1143000"/>
            <a:ext cx="31089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1143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1783080"/>
            <a:ext cx="13258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874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897880" y="22951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App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60920" y="1783080"/>
            <a:ext cx="13258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1874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60920" y="229514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897880" y="2971800"/>
            <a:ext cx="13258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97880" y="34838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60920" y="2971800"/>
            <a:ext cx="132588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60920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60920" y="348386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Driven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Edge  •  MERN Stack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1463040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25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170992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clean and attractive user interface with intuitive navigation and modern aesthetics.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393192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234440"/>
            <a:ext cx="64008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32588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170992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secure and reliable storage of user data with proper authentication and validation.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2926080"/>
            <a:ext cx="393192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65760" y="2926080"/>
            <a:ext cx="64008" cy="1463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30175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88720" y="340156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fast data processing and response times using optimized backend architecture.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2926080"/>
            <a:ext cx="3931920" cy="146304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54880" y="2926080"/>
            <a:ext cx="64008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24612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0175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77840" y="340156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scalable and maintainable system built to grow with user demand.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Edge  •  MERN Stack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20240" cy="3291840"/>
          </a:xfrm>
          <a:prstGeom prst="rect">
            <a:avLst/>
          </a:prstGeom>
          <a:solidFill>
            <a:srgbClr val="112240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1920240" cy="54864"/>
          </a:xfrm>
          <a:prstGeom prst="rect">
            <a:avLst/>
          </a:prstGeom>
          <a:solidFill>
            <a:srgbClr val="61DAFB"/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417320"/>
            <a:ext cx="914400" cy="914400"/>
          </a:xfrm>
          <a:prstGeom prst="ellipse">
            <a:avLst/>
          </a:prstGeom>
          <a:solidFill>
            <a:srgbClr val="61DAFB">
              <a:alpha val="12000"/>
            </a:srgbClr>
          </a:solidFill>
          <a:ln w="12700">
            <a:solidFill>
              <a:srgbClr val="61DAF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58191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" y="294436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61DAFB">
              <a:alpha val="20000"/>
            </a:srgbClr>
          </a:solidFill>
          <a:ln w="12700">
            <a:solidFill>
              <a:srgbClr val="61DA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487168" y="1188720"/>
            <a:ext cx="1920240" cy="3291840"/>
          </a:xfrm>
          <a:prstGeom prst="rect">
            <a:avLst/>
          </a:prstGeom>
          <a:solidFill>
            <a:srgbClr val="112240"/>
          </a:solidFill>
          <a:ln w="12700">
            <a:solidFill>
              <a:srgbClr val="8CC84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87168" y="1188720"/>
            <a:ext cx="1920240" cy="54864"/>
          </a:xfrm>
          <a:prstGeom prst="rect">
            <a:avLst/>
          </a:prstGeom>
          <a:solidFill>
            <a:srgbClr val="8CC84B"/>
          </a:solidFill>
          <a:ln w="12700">
            <a:solidFill>
              <a:srgbClr val="8CC84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990088" y="1417320"/>
            <a:ext cx="914400" cy="914400"/>
          </a:xfrm>
          <a:prstGeom prst="ellipse">
            <a:avLst/>
          </a:prstGeom>
          <a:solidFill>
            <a:srgbClr val="8CC84B">
              <a:alpha val="12000"/>
            </a:srgbClr>
          </a:solidFill>
          <a:ln w="12700">
            <a:solidFill>
              <a:srgbClr val="8CC84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581912"/>
            <a:ext cx="585216" cy="58521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32888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2807208" y="294436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8CC84B">
              <a:alpha val="20000"/>
            </a:srgbClr>
          </a:solidFill>
          <a:ln w="12700">
            <a:solidFill>
              <a:srgbClr val="8CC84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807208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CC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578608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runtime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608576" y="1188720"/>
            <a:ext cx="1920240" cy="329184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08576" y="1188720"/>
            <a:ext cx="1920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111496" y="1417320"/>
            <a:ext cx="914400" cy="914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1581912"/>
            <a:ext cx="585216" cy="58521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654296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928616" y="294436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928616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700016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business logic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6729984" y="1188720"/>
            <a:ext cx="1920240" cy="3291840"/>
          </a:xfrm>
          <a:prstGeom prst="rect">
            <a:avLst/>
          </a:prstGeom>
          <a:solidFill>
            <a:srgbClr val="112240"/>
          </a:solidFill>
          <a:ln w="12700">
            <a:solidFill>
              <a:srgbClr val="4DB33D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729984" y="1188720"/>
            <a:ext cx="1920240" cy="54864"/>
          </a:xfrm>
          <a:prstGeom prst="rect">
            <a:avLst/>
          </a:prstGeom>
          <a:solidFill>
            <a:srgbClr val="4DB33D"/>
          </a:solidFill>
          <a:ln w="12700">
            <a:solidFill>
              <a:srgbClr val="4DB33D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7232904" y="1417320"/>
            <a:ext cx="914400" cy="914400"/>
          </a:xfrm>
          <a:prstGeom prst="ellipse">
            <a:avLst/>
          </a:prstGeom>
          <a:solidFill>
            <a:srgbClr val="4DB33D">
              <a:alpha val="12000"/>
            </a:srgbClr>
          </a:solidFill>
          <a:ln w="12700">
            <a:solidFill>
              <a:srgbClr val="4DB33D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1581912"/>
            <a:ext cx="585216" cy="58521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775704" y="24871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7050024" y="2944368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4DB33D">
              <a:alpha val="20000"/>
            </a:srgbClr>
          </a:solidFill>
          <a:ln w="12700">
            <a:solidFill>
              <a:srgbClr val="4DB33D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050024" y="29443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D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6821424" y="3337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&amp; queries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65760" y="4572000"/>
            <a:ext cx="8412480" cy="18288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Edge  •  MERN Stack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260604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5087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38988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7280" y="1783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&amp; login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4680" y="1188720"/>
            <a:ext cx="260604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15087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38988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931920" y="1783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data at a glance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989320" y="1188720"/>
            <a:ext cx="260604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50876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138988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766560" y="17830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records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20040" y="2971800"/>
            <a:ext cx="260604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29184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97280" y="31729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97280" y="35661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desktop ready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154680" y="2971800"/>
            <a:ext cx="2606040" cy="1554480"/>
          </a:xfrm>
          <a:prstGeom prst="rect">
            <a:avLst/>
          </a:prstGeom>
          <a:solidFill>
            <a:srgbClr val="112240"/>
          </a:solidFill>
          <a:ln w="12700">
            <a:solidFill>
              <a:srgbClr val="E55353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3291840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31920" y="317296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Comms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931920" y="35661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API endpoints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Edge  •  MERN Stack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64008" cy="749808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35024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1234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977640" y="123444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creation, editing and complete account management for every user.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057400"/>
            <a:ext cx="84124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057400"/>
            <a:ext cx="6400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05740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203704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00200" y="21031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Module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977640" y="210312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system with encrypted password handling and session management.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65760" y="2926080"/>
            <a:ext cx="84124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2926080"/>
            <a:ext cx="64008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292608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7238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00200" y="29718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Module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977640" y="297180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statistics, analytics and quick access to all available services.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65760" y="3794760"/>
            <a:ext cx="841248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365760" y="3794760"/>
            <a:ext cx="64008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02920" y="379476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41064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38404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3977640" y="3840480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operations for records — create, read, update, and delete with validation.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Edge  •  MERN Stack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2606040" cy="34290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88720"/>
            <a:ext cx="2606040" cy="457200"/>
          </a:xfrm>
          <a:prstGeom prst="rect">
            <a:avLst/>
          </a:prstGeom>
          <a:solidFill>
            <a:srgbClr val="00C2E0">
              <a:alpha val="80000"/>
            </a:srgbClr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88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93192" y="1810512"/>
            <a:ext cx="251460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8470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3042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" y="2724912"/>
            <a:ext cx="251460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7614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2186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" y="3639312"/>
            <a:ext cx="251460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6758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82112" y="1188720"/>
            <a:ext cx="2606040" cy="342900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82112" y="1188720"/>
            <a:ext cx="2606040" cy="457200"/>
          </a:xfrm>
          <a:prstGeom prst="rect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188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27832" y="1810512"/>
            <a:ext cx="251460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8470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64992" y="23042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27832" y="2724912"/>
            <a:ext cx="251460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4992" y="27614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64992" y="32186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27832" y="3639312"/>
            <a:ext cx="251460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64992" y="36758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16752" y="1188720"/>
            <a:ext cx="2606040" cy="342900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16752" y="1188720"/>
            <a:ext cx="2606040" cy="45720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1188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62472" y="1810512"/>
            <a:ext cx="251460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99632" y="18470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99632" y="23042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62472" y="2724912"/>
            <a:ext cx="251460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27614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serviceId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99632" y="32186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62472" y="3639312"/>
            <a:ext cx="251460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99632" y="36758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Edge  •  MERN Stack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4005072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88720"/>
            <a:ext cx="1143000" cy="1600200"/>
          </a:xfrm>
          <a:prstGeom prst="rect">
            <a:avLst/>
          </a:prstGeom>
          <a:solidFill>
            <a:srgbClr val="00C2E0">
              <a:alpha val="12000"/>
            </a:srgbClr>
          </a:solidFill>
          <a:ln w="12700">
            <a:solidFill>
              <a:srgbClr val="00C2E0">
                <a:alpha val="3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3716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1920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~200ms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47472" y="22860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581912" y="13533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Performance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81912" y="178308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with React rendering and Node.js async processing.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90872" y="1188720"/>
            <a:ext cx="4005072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90872" y="1188720"/>
            <a:ext cx="1143000" cy="16002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13716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690872" y="19202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90872" y="228600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Method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5925312" y="135331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Backend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5925312" y="178308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authentication with encrypted tokens and sessions.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47472" y="2971800"/>
            <a:ext cx="4005072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47472" y="2971800"/>
            <a:ext cx="1143000" cy="160020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15468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47472" y="3703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47472" y="40690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Ready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581912" y="31363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581912" y="356616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 built to scale horizontally with demand.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690872" y="2971800"/>
            <a:ext cx="4005072" cy="160020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690872" y="2971800"/>
            <a:ext cx="1143000" cy="1600200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912" y="3154680"/>
            <a:ext cx="502920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690872" y="37033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4690872" y="4069080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5925312" y="3136392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Maintenance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5925312" y="3566160"/>
            <a:ext cx="2606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 enables fast debugging and updates.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Edge  •  MERN Stack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0"/>
            <a:ext cx="822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34440" y="1325880"/>
            <a:ext cx="6675120" cy="0"/>
          </a:xfrm>
          <a:prstGeom prst="line">
            <a:avLst/>
          </a:prstGeom>
          <a:noFill/>
          <a:ln w="25400">
            <a:solidFill>
              <a:srgbClr val="11224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914400" y="1170432"/>
            <a:ext cx="320040" cy="320040"/>
          </a:xfrm>
          <a:prstGeom prst="ellipse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600200"/>
            <a:ext cx="2011680" cy="2834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600200"/>
            <a:ext cx="2011680" cy="54864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1828800"/>
            <a:ext cx="914400" cy="914400"/>
          </a:xfrm>
          <a:prstGeom prst="ellipse">
            <a:avLst/>
          </a:prstGeom>
          <a:solidFill>
            <a:srgbClr val="00C2E0">
              <a:alpha val="12000"/>
            </a:srgbClr>
          </a:solidFill>
          <a:ln w="12700">
            <a:solidFill>
              <a:srgbClr val="00C2E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993392"/>
            <a:ext cx="585216" cy="58521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38912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38912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38912" y="3547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iOS &amp; Android application with full feature parity to the web platform.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063240" y="1170432"/>
            <a:ext cx="3200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96312" y="1600200"/>
            <a:ext cx="2011680" cy="2834640"/>
          </a:xfrm>
          <a:prstGeom prst="rect">
            <a:avLst/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96312" y="160020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044952" y="1828800"/>
            <a:ext cx="914400" cy="914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993392"/>
            <a:ext cx="585216" cy="5852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87752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587752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587752" y="3547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secure online payment processing for service transactions.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212080" y="1170432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645152" y="1600200"/>
            <a:ext cx="2011680" cy="2834640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645152" y="1600200"/>
            <a:ext cx="20116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193792" y="1828800"/>
            <a:ext cx="914400" cy="9144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1993392"/>
            <a:ext cx="585216" cy="58521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36592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736592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736592" y="3547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 notifications and email alerts for user activities.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7360920" y="117043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793992" y="1600200"/>
            <a:ext cx="2011680" cy="2834640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793992" y="1600200"/>
            <a:ext cx="2011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342632" y="1828800"/>
            <a:ext cx="914400" cy="9144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993392"/>
            <a:ext cx="585216" cy="58521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885432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6885432" y="31089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6885432" y="3547872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authentication, biometrics and enhanced encryption protocols.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Edge  •  MERN Stack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1417320"/>
            <a:ext cx="2743200" cy="36576"/>
          </a:xfrm>
          <a:prstGeom prst="rect">
            <a:avLst/>
          </a:prstGeom>
          <a:solidFill>
            <a:srgbClr val="00C2E0"/>
          </a:solidFill>
          <a:ln w="12700">
            <a:solidFill>
              <a:srgbClr val="00C2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400" kern="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EDGE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2331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Delivers a modern, efficient service platform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280720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MERN stack ensures high performance &amp; scalability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282696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Improves accessibility and user experience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931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3931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3931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931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3931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931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39319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1122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931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Darshan Edge  •  MERN Stack Project  • 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Darshan Edge - MERN Stack Project</dc:title>
  <dc:subject>PptxGenJS Presentation</dc:subject>
  <dc:creator>PptxGenJS</dc:creator>
  <cp:lastModifiedBy>PptxGenJS</cp:lastModifiedBy>
  <cp:revision>1</cp:revision>
  <dcterms:created xsi:type="dcterms:W3CDTF">2026-03-09T04:20:06Z</dcterms:created>
  <dcterms:modified xsi:type="dcterms:W3CDTF">2026-03-09T04:20:06Z</dcterms:modified>
</cp:coreProperties>
</file>